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utervanrijmenam/Documents/Projects/Qraft/projects/tapwise/tools/presentations/decks/tapwise-malmberg-slimme-leerlaag-tap-20260608/.export/rendered-slides-1920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Qraft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Tapwise x Malmberg - Slimme leerlaag</dc:title>
  <dc:subject>Tapwise x Malmberg - Slimme leerlaag</dc:subject>
  <dc:creator>Qraft</dc:creator>
  <cp:lastModifiedBy>Qraft</cp:lastModifiedBy>
  <cp:revision>1</cp:revision>
  <dcterms:created xsi:type="dcterms:W3CDTF">2026-06-08T12:52:55Z</dcterms:created>
  <dcterms:modified xsi:type="dcterms:W3CDTF">2026-06-08T12:52:55Z</dcterms:modified>
</cp:coreProperties>
</file>